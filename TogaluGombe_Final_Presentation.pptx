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2B81A-C442-45E5-A7A7-29872DB8B0E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2324B3D-1CC5-45F7-B1E3-73C677CC3D02}">
      <dgm:prSet/>
      <dgm:spPr/>
      <dgm:t>
        <a:bodyPr/>
        <a:lstStyle/>
        <a:p>
          <a:r>
            <a:rPr lang="en-US"/>
            <a:t>Modern Android Application </a:t>
          </a:r>
        </a:p>
      </dgm:t>
    </dgm:pt>
    <dgm:pt modelId="{9DE8AD7E-07BD-4241-B527-3D53BDD603B8}" type="parTrans" cxnId="{24B070F3-CF64-4D43-85BB-0BD769F89CE6}">
      <dgm:prSet/>
      <dgm:spPr/>
      <dgm:t>
        <a:bodyPr/>
        <a:lstStyle/>
        <a:p>
          <a:endParaRPr lang="en-US"/>
        </a:p>
      </dgm:t>
    </dgm:pt>
    <dgm:pt modelId="{DCDD1AEE-0EDA-4B52-8F4B-C7AF22045585}" type="sibTrans" cxnId="{24B070F3-CF64-4D43-85BB-0BD769F89CE6}">
      <dgm:prSet/>
      <dgm:spPr/>
      <dgm:t>
        <a:bodyPr/>
        <a:lstStyle/>
        <a:p>
          <a:endParaRPr lang="en-US"/>
        </a:p>
      </dgm:t>
    </dgm:pt>
    <dgm:pt modelId="{C41C0924-4E00-405D-A45A-461CD17799A2}">
      <dgm:prSet/>
      <dgm:spPr/>
      <dgm:t>
        <a:bodyPr/>
        <a:lstStyle/>
        <a:p>
          <a:r>
            <a:rPr lang="en-US" dirty="0"/>
            <a:t>Presented By:</a:t>
          </a:r>
        </a:p>
      </dgm:t>
    </dgm:pt>
    <dgm:pt modelId="{3E43CFFB-9242-4832-B849-5625D8D1D78E}" type="parTrans" cxnId="{4983219C-767A-40B2-8A92-F0C8A1F9F278}">
      <dgm:prSet/>
      <dgm:spPr/>
      <dgm:t>
        <a:bodyPr/>
        <a:lstStyle/>
        <a:p>
          <a:endParaRPr lang="en-US"/>
        </a:p>
      </dgm:t>
    </dgm:pt>
    <dgm:pt modelId="{3A90BE93-CF7D-40C9-A27A-6483FC6351BF}" type="sibTrans" cxnId="{4983219C-767A-40B2-8A92-F0C8A1F9F278}">
      <dgm:prSet/>
      <dgm:spPr/>
      <dgm:t>
        <a:bodyPr/>
        <a:lstStyle/>
        <a:p>
          <a:endParaRPr lang="en-US"/>
        </a:p>
      </dgm:t>
    </dgm:pt>
    <dgm:pt modelId="{DAE9500C-EF85-4C3E-AA2C-86EF1EC9A67D}">
      <dgm:prSet/>
      <dgm:spPr/>
      <dgm:t>
        <a:bodyPr/>
        <a:lstStyle/>
        <a:p>
          <a:r>
            <a:rPr lang="en-US"/>
            <a:t>Harshitha G</a:t>
          </a:r>
        </a:p>
      </dgm:t>
    </dgm:pt>
    <dgm:pt modelId="{E6616DBC-B276-4252-8EFB-11D883CFD9B7}" type="parTrans" cxnId="{037BA5ED-CC14-4F4C-AC9E-10BC62980BB5}">
      <dgm:prSet/>
      <dgm:spPr/>
      <dgm:t>
        <a:bodyPr/>
        <a:lstStyle/>
        <a:p>
          <a:endParaRPr lang="en-US"/>
        </a:p>
      </dgm:t>
    </dgm:pt>
    <dgm:pt modelId="{44FC868F-5D60-4783-87D3-DC285CB41C92}" type="sibTrans" cxnId="{037BA5ED-CC14-4F4C-AC9E-10BC62980BB5}">
      <dgm:prSet/>
      <dgm:spPr/>
      <dgm:t>
        <a:bodyPr/>
        <a:lstStyle/>
        <a:p>
          <a:endParaRPr lang="en-US"/>
        </a:p>
      </dgm:t>
    </dgm:pt>
    <dgm:pt modelId="{0393C55E-D346-4327-8039-3E4F4D873A2E}">
      <dgm:prSet/>
      <dgm:spPr/>
      <dgm:t>
        <a:bodyPr/>
        <a:lstStyle/>
        <a:p>
          <a:r>
            <a:rPr lang="en-US"/>
            <a:t>USN: 1JS23CI404</a:t>
          </a:r>
        </a:p>
      </dgm:t>
    </dgm:pt>
    <dgm:pt modelId="{975AC210-5013-4C32-8DB3-7CCFD50B8E3C}" type="parTrans" cxnId="{AFA04316-F9D5-4987-8924-7733FF0DBAA3}">
      <dgm:prSet/>
      <dgm:spPr/>
      <dgm:t>
        <a:bodyPr/>
        <a:lstStyle/>
        <a:p>
          <a:endParaRPr lang="en-US"/>
        </a:p>
      </dgm:t>
    </dgm:pt>
    <dgm:pt modelId="{10ABF167-6508-4CFD-96F1-C3619DE19F78}" type="sibTrans" cxnId="{AFA04316-F9D5-4987-8924-7733FF0DBAA3}">
      <dgm:prSet/>
      <dgm:spPr/>
      <dgm:t>
        <a:bodyPr/>
        <a:lstStyle/>
        <a:p>
          <a:endParaRPr lang="en-US"/>
        </a:p>
      </dgm:t>
    </dgm:pt>
    <dgm:pt modelId="{4C31261F-00E7-48C1-90C8-49390E9DA298}">
      <dgm:prSet/>
      <dgm:spPr/>
      <dgm:t>
        <a:bodyPr/>
        <a:lstStyle/>
        <a:p>
          <a:r>
            <a:rPr lang="en-US" dirty="0"/>
            <a:t>Department: CSE (AIML)</a:t>
          </a:r>
        </a:p>
      </dgm:t>
    </dgm:pt>
    <dgm:pt modelId="{CB7EC403-3E7D-4DB0-BAB2-61D643B497FA}" type="parTrans" cxnId="{547D90A0-6D73-4296-BF5B-D2EADD1B2EE1}">
      <dgm:prSet/>
      <dgm:spPr/>
      <dgm:t>
        <a:bodyPr/>
        <a:lstStyle/>
        <a:p>
          <a:endParaRPr lang="en-US"/>
        </a:p>
      </dgm:t>
    </dgm:pt>
    <dgm:pt modelId="{E6323C22-F698-45C6-8614-550C97EA6311}" type="sibTrans" cxnId="{547D90A0-6D73-4296-BF5B-D2EADD1B2EE1}">
      <dgm:prSet/>
      <dgm:spPr/>
      <dgm:t>
        <a:bodyPr/>
        <a:lstStyle/>
        <a:p>
          <a:endParaRPr lang="en-US"/>
        </a:p>
      </dgm:t>
    </dgm:pt>
    <dgm:pt modelId="{05E57459-DFF5-4389-B6CC-C35064805DAE}">
      <dgm:prSet/>
      <dgm:spPr/>
      <dgm:t>
        <a:bodyPr/>
        <a:lstStyle/>
        <a:p>
          <a:r>
            <a:rPr lang="en-US" dirty="0"/>
            <a:t>JSS Academy of Technical Education</a:t>
          </a:r>
        </a:p>
      </dgm:t>
    </dgm:pt>
    <dgm:pt modelId="{3CFE34D1-61E2-4A3A-97BE-9D35230AF0F9}" type="parTrans" cxnId="{F2D92188-CE33-4110-9D33-67B0B9957D3F}">
      <dgm:prSet/>
      <dgm:spPr/>
      <dgm:t>
        <a:bodyPr/>
        <a:lstStyle/>
        <a:p>
          <a:endParaRPr lang="en-US"/>
        </a:p>
      </dgm:t>
    </dgm:pt>
    <dgm:pt modelId="{4814978B-5B60-4998-9598-6FC7D14A6F06}" type="sibTrans" cxnId="{F2D92188-CE33-4110-9D33-67B0B9957D3F}">
      <dgm:prSet/>
      <dgm:spPr/>
      <dgm:t>
        <a:bodyPr/>
        <a:lstStyle/>
        <a:p>
          <a:endParaRPr lang="en-US"/>
        </a:p>
      </dgm:t>
    </dgm:pt>
    <dgm:pt modelId="{A49BC3BB-FE0E-4789-98CE-40CE59D1A0FC}">
      <dgm:prSet/>
      <dgm:spPr/>
      <dgm:t>
        <a:bodyPr/>
        <a:lstStyle/>
        <a:p>
          <a:r>
            <a:rPr lang="en-US" dirty="0"/>
            <a:t>Internal Guide:</a:t>
          </a:r>
        </a:p>
      </dgm:t>
    </dgm:pt>
    <dgm:pt modelId="{1693C64C-C53B-47D3-B412-DD653E51C3A9}" type="parTrans" cxnId="{4C06155D-B38F-4425-9C0D-A4B73DFE35A5}">
      <dgm:prSet/>
      <dgm:spPr/>
      <dgm:t>
        <a:bodyPr/>
        <a:lstStyle/>
        <a:p>
          <a:endParaRPr lang="en-US"/>
        </a:p>
      </dgm:t>
    </dgm:pt>
    <dgm:pt modelId="{282A808B-4C7B-4CCF-BB56-8D72351230EE}" type="sibTrans" cxnId="{4C06155D-B38F-4425-9C0D-A4B73DFE35A5}">
      <dgm:prSet/>
      <dgm:spPr/>
      <dgm:t>
        <a:bodyPr/>
        <a:lstStyle/>
        <a:p>
          <a:endParaRPr lang="en-US"/>
        </a:p>
      </dgm:t>
    </dgm:pt>
    <dgm:pt modelId="{F76CE6D7-68D6-4401-A44F-9350AA6C4C49}">
      <dgm:prSet/>
      <dgm:spPr/>
      <dgm:t>
        <a:bodyPr/>
        <a:lstStyle/>
        <a:p>
          <a:r>
            <a:rPr lang="en-US" dirty="0"/>
            <a:t>Professor Dr. Abhilash C.B.</a:t>
          </a:r>
        </a:p>
      </dgm:t>
    </dgm:pt>
    <dgm:pt modelId="{F208BCF8-BA6B-4B18-91CB-2CD797C4A8FC}" type="parTrans" cxnId="{AD11F049-22C2-4AEF-9A39-986F5A4DEF8B}">
      <dgm:prSet/>
      <dgm:spPr/>
      <dgm:t>
        <a:bodyPr/>
        <a:lstStyle/>
        <a:p>
          <a:endParaRPr lang="en-US"/>
        </a:p>
      </dgm:t>
    </dgm:pt>
    <dgm:pt modelId="{6468C468-9295-4190-8328-6320A8AFF508}" type="sibTrans" cxnId="{AD11F049-22C2-4AEF-9A39-986F5A4DEF8B}">
      <dgm:prSet/>
      <dgm:spPr/>
      <dgm:t>
        <a:bodyPr/>
        <a:lstStyle/>
        <a:p>
          <a:endParaRPr lang="en-US"/>
        </a:p>
      </dgm:t>
    </dgm:pt>
    <dgm:pt modelId="{1A1FC60F-468E-44E5-B4F3-980C921C1B39}" type="pres">
      <dgm:prSet presAssocID="{2332B81A-C442-45E5-A7A7-29872DB8B0E1}" presName="vert0" presStyleCnt="0">
        <dgm:presLayoutVars>
          <dgm:dir/>
          <dgm:animOne val="branch"/>
          <dgm:animLvl val="lvl"/>
        </dgm:presLayoutVars>
      </dgm:prSet>
      <dgm:spPr/>
    </dgm:pt>
    <dgm:pt modelId="{8C837E90-D55B-41E2-B953-07A9537A8D85}" type="pres">
      <dgm:prSet presAssocID="{05E57459-DFF5-4389-B6CC-C35064805DAE}" presName="thickLine" presStyleLbl="alignNode1" presStyleIdx="0" presStyleCnt="8"/>
      <dgm:spPr/>
    </dgm:pt>
    <dgm:pt modelId="{8BA26AB3-A985-4395-9755-A3A876107F86}" type="pres">
      <dgm:prSet presAssocID="{05E57459-DFF5-4389-B6CC-C35064805DAE}" presName="horz1" presStyleCnt="0"/>
      <dgm:spPr/>
    </dgm:pt>
    <dgm:pt modelId="{BA71E8B2-1823-43DA-9462-D2AA2084A308}" type="pres">
      <dgm:prSet presAssocID="{05E57459-DFF5-4389-B6CC-C35064805DAE}" presName="tx1" presStyleLbl="revTx" presStyleIdx="0" presStyleCnt="8"/>
      <dgm:spPr/>
    </dgm:pt>
    <dgm:pt modelId="{90E40EAC-A824-4A28-861A-D5D7326CE855}" type="pres">
      <dgm:prSet presAssocID="{05E57459-DFF5-4389-B6CC-C35064805DAE}" presName="vert1" presStyleCnt="0"/>
      <dgm:spPr/>
    </dgm:pt>
    <dgm:pt modelId="{C51DDBFB-5E56-4D49-A6E4-A2AD38B497B8}" type="pres">
      <dgm:prSet presAssocID="{4C31261F-00E7-48C1-90C8-49390E9DA298}" presName="thickLine" presStyleLbl="alignNode1" presStyleIdx="1" presStyleCnt="8"/>
      <dgm:spPr/>
    </dgm:pt>
    <dgm:pt modelId="{6A43EE56-6B92-446D-A2F7-86C9A849BE00}" type="pres">
      <dgm:prSet presAssocID="{4C31261F-00E7-48C1-90C8-49390E9DA298}" presName="horz1" presStyleCnt="0"/>
      <dgm:spPr/>
    </dgm:pt>
    <dgm:pt modelId="{E0F2A4B9-F0B0-4C5C-98CD-26D6D9C67FEB}" type="pres">
      <dgm:prSet presAssocID="{4C31261F-00E7-48C1-90C8-49390E9DA298}" presName="tx1" presStyleLbl="revTx" presStyleIdx="1" presStyleCnt="8"/>
      <dgm:spPr/>
    </dgm:pt>
    <dgm:pt modelId="{AB57CD57-1ACC-4805-92B5-1A70D05AEBEB}" type="pres">
      <dgm:prSet presAssocID="{4C31261F-00E7-48C1-90C8-49390E9DA298}" presName="vert1" presStyleCnt="0"/>
      <dgm:spPr/>
    </dgm:pt>
    <dgm:pt modelId="{9567E3DF-61F1-425F-BEA8-7A03C794DCB2}" type="pres">
      <dgm:prSet presAssocID="{42324B3D-1CC5-45F7-B1E3-73C677CC3D02}" presName="thickLine" presStyleLbl="alignNode1" presStyleIdx="2" presStyleCnt="8"/>
      <dgm:spPr/>
    </dgm:pt>
    <dgm:pt modelId="{2F0D8001-AE1E-4ED9-A17F-407AA43182F8}" type="pres">
      <dgm:prSet presAssocID="{42324B3D-1CC5-45F7-B1E3-73C677CC3D02}" presName="horz1" presStyleCnt="0"/>
      <dgm:spPr/>
    </dgm:pt>
    <dgm:pt modelId="{040CAA4F-D540-4363-84C4-AA72DC0B36F4}" type="pres">
      <dgm:prSet presAssocID="{42324B3D-1CC5-45F7-B1E3-73C677CC3D02}" presName="tx1" presStyleLbl="revTx" presStyleIdx="2" presStyleCnt="8"/>
      <dgm:spPr/>
    </dgm:pt>
    <dgm:pt modelId="{D37C9B4B-7C0F-4E9E-AEB0-C6ABE6F4C0E9}" type="pres">
      <dgm:prSet presAssocID="{42324B3D-1CC5-45F7-B1E3-73C677CC3D02}" presName="vert1" presStyleCnt="0"/>
      <dgm:spPr/>
    </dgm:pt>
    <dgm:pt modelId="{41AD6125-C9BF-42ED-B435-817D9ADB9332}" type="pres">
      <dgm:prSet presAssocID="{A49BC3BB-FE0E-4789-98CE-40CE59D1A0FC}" presName="thickLine" presStyleLbl="alignNode1" presStyleIdx="3" presStyleCnt="8"/>
      <dgm:spPr/>
    </dgm:pt>
    <dgm:pt modelId="{8FD59E0B-7B14-4012-A54B-53E90446E49A}" type="pres">
      <dgm:prSet presAssocID="{A49BC3BB-FE0E-4789-98CE-40CE59D1A0FC}" presName="horz1" presStyleCnt="0"/>
      <dgm:spPr/>
    </dgm:pt>
    <dgm:pt modelId="{7C580F29-5B6A-4F7F-A4C1-11B69D821B08}" type="pres">
      <dgm:prSet presAssocID="{A49BC3BB-FE0E-4789-98CE-40CE59D1A0FC}" presName="tx1" presStyleLbl="revTx" presStyleIdx="3" presStyleCnt="8"/>
      <dgm:spPr/>
    </dgm:pt>
    <dgm:pt modelId="{71F88497-818E-4C02-94FF-5D4CB692B6D8}" type="pres">
      <dgm:prSet presAssocID="{A49BC3BB-FE0E-4789-98CE-40CE59D1A0FC}" presName="vert1" presStyleCnt="0"/>
      <dgm:spPr/>
    </dgm:pt>
    <dgm:pt modelId="{3AFF7A75-DFEB-4A5C-93E5-F4E14B9EA497}" type="pres">
      <dgm:prSet presAssocID="{F76CE6D7-68D6-4401-A44F-9350AA6C4C49}" presName="thickLine" presStyleLbl="alignNode1" presStyleIdx="4" presStyleCnt="8"/>
      <dgm:spPr/>
    </dgm:pt>
    <dgm:pt modelId="{50D496DE-EF5B-428E-900A-174875ABCDD8}" type="pres">
      <dgm:prSet presAssocID="{F76CE6D7-68D6-4401-A44F-9350AA6C4C49}" presName="horz1" presStyleCnt="0"/>
      <dgm:spPr/>
    </dgm:pt>
    <dgm:pt modelId="{D196E407-6B41-4627-BC42-3FBA9F85925D}" type="pres">
      <dgm:prSet presAssocID="{F76CE6D7-68D6-4401-A44F-9350AA6C4C49}" presName="tx1" presStyleLbl="revTx" presStyleIdx="4" presStyleCnt="8"/>
      <dgm:spPr/>
    </dgm:pt>
    <dgm:pt modelId="{7E7AB7C0-7117-4A8E-93A6-77B5A8656A83}" type="pres">
      <dgm:prSet presAssocID="{F76CE6D7-68D6-4401-A44F-9350AA6C4C49}" presName="vert1" presStyleCnt="0"/>
      <dgm:spPr/>
    </dgm:pt>
    <dgm:pt modelId="{0298728D-12A4-44BF-AABA-4F874830B416}" type="pres">
      <dgm:prSet presAssocID="{C41C0924-4E00-405D-A45A-461CD17799A2}" presName="thickLine" presStyleLbl="alignNode1" presStyleIdx="5" presStyleCnt="8"/>
      <dgm:spPr/>
    </dgm:pt>
    <dgm:pt modelId="{A504E305-4D2E-44F0-B38B-193A6676B948}" type="pres">
      <dgm:prSet presAssocID="{C41C0924-4E00-405D-A45A-461CD17799A2}" presName="horz1" presStyleCnt="0"/>
      <dgm:spPr/>
    </dgm:pt>
    <dgm:pt modelId="{09B7B0E1-267C-4064-AF0E-9AAA4AD58915}" type="pres">
      <dgm:prSet presAssocID="{C41C0924-4E00-405D-A45A-461CD17799A2}" presName="tx1" presStyleLbl="revTx" presStyleIdx="5" presStyleCnt="8"/>
      <dgm:spPr/>
    </dgm:pt>
    <dgm:pt modelId="{9C2C7578-E559-43F4-AE42-D7EBEEB1E2DA}" type="pres">
      <dgm:prSet presAssocID="{C41C0924-4E00-405D-A45A-461CD17799A2}" presName="vert1" presStyleCnt="0"/>
      <dgm:spPr/>
    </dgm:pt>
    <dgm:pt modelId="{84AA795C-6E5B-40BC-A09C-4FC3FEE244DF}" type="pres">
      <dgm:prSet presAssocID="{DAE9500C-EF85-4C3E-AA2C-86EF1EC9A67D}" presName="thickLine" presStyleLbl="alignNode1" presStyleIdx="6" presStyleCnt="8"/>
      <dgm:spPr/>
    </dgm:pt>
    <dgm:pt modelId="{19C48EE3-E231-4C3D-BF8A-290BF3868651}" type="pres">
      <dgm:prSet presAssocID="{DAE9500C-EF85-4C3E-AA2C-86EF1EC9A67D}" presName="horz1" presStyleCnt="0"/>
      <dgm:spPr/>
    </dgm:pt>
    <dgm:pt modelId="{25F83309-FC81-4895-80F4-38432A6F1C9F}" type="pres">
      <dgm:prSet presAssocID="{DAE9500C-EF85-4C3E-AA2C-86EF1EC9A67D}" presName="tx1" presStyleLbl="revTx" presStyleIdx="6" presStyleCnt="8"/>
      <dgm:spPr/>
    </dgm:pt>
    <dgm:pt modelId="{FB283FBC-F39E-4C05-89DB-E355368F2388}" type="pres">
      <dgm:prSet presAssocID="{DAE9500C-EF85-4C3E-AA2C-86EF1EC9A67D}" presName="vert1" presStyleCnt="0"/>
      <dgm:spPr/>
    </dgm:pt>
    <dgm:pt modelId="{683AECAC-807F-4520-98FF-A2F2C50B4424}" type="pres">
      <dgm:prSet presAssocID="{0393C55E-D346-4327-8039-3E4F4D873A2E}" presName="thickLine" presStyleLbl="alignNode1" presStyleIdx="7" presStyleCnt="8"/>
      <dgm:spPr/>
    </dgm:pt>
    <dgm:pt modelId="{3F30117B-A6CF-4B89-A5F2-818863E6112A}" type="pres">
      <dgm:prSet presAssocID="{0393C55E-D346-4327-8039-3E4F4D873A2E}" presName="horz1" presStyleCnt="0"/>
      <dgm:spPr/>
    </dgm:pt>
    <dgm:pt modelId="{7B5292FB-FFA1-4327-9DE0-A88CAC503C2D}" type="pres">
      <dgm:prSet presAssocID="{0393C55E-D346-4327-8039-3E4F4D873A2E}" presName="tx1" presStyleLbl="revTx" presStyleIdx="7" presStyleCnt="8"/>
      <dgm:spPr/>
    </dgm:pt>
    <dgm:pt modelId="{9A35BE3B-438C-4D18-A3DB-78818F228C91}" type="pres">
      <dgm:prSet presAssocID="{0393C55E-D346-4327-8039-3E4F4D873A2E}" presName="vert1" presStyleCnt="0"/>
      <dgm:spPr/>
    </dgm:pt>
  </dgm:ptLst>
  <dgm:cxnLst>
    <dgm:cxn modelId="{E864EB0D-5525-4E8D-AB25-3E7705BDE6E6}" type="presOf" srcId="{2332B81A-C442-45E5-A7A7-29872DB8B0E1}" destId="{1A1FC60F-468E-44E5-B4F3-980C921C1B39}" srcOrd="0" destOrd="0" presId="urn:microsoft.com/office/officeart/2008/layout/LinedList"/>
    <dgm:cxn modelId="{AFA04316-F9D5-4987-8924-7733FF0DBAA3}" srcId="{2332B81A-C442-45E5-A7A7-29872DB8B0E1}" destId="{0393C55E-D346-4327-8039-3E4F4D873A2E}" srcOrd="7" destOrd="0" parTransId="{975AC210-5013-4C32-8DB3-7CCFD50B8E3C}" sibTransId="{10ABF167-6508-4CFD-96F1-C3619DE19F78}"/>
    <dgm:cxn modelId="{FAD82334-7D0B-48DF-AF46-70424F3D3252}" type="presOf" srcId="{42324B3D-1CC5-45F7-B1E3-73C677CC3D02}" destId="{040CAA4F-D540-4363-84C4-AA72DC0B36F4}" srcOrd="0" destOrd="0" presId="urn:microsoft.com/office/officeart/2008/layout/LinedList"/>
    <dgm:cxn modelId="{2E9A1D40-EB02-4466-BB06-B2A52284E8E7}" type="presOf" srcId="{4C31261F-00E7-48C1-90C8-49390E9DA298}" destId="{E0F2A4B9-F0B0-4C5C-98CD-26D6D9C67FEB}" srcOrd="0" destOrd="0" presId="urn:microsoft.com/office/officeart/2008/layout/LinedList"/>
    <dgm:cxn modelId="{4C06155D-B38F-4425-9C0D-A4B73DFE35A5}" srcId="{2332B81A-C442-45E5-A7A7-29872DB8B0E1}" destId="{A49BC3BB-FE0E-4789-98CE-40CE59D1A0FC}" srcOrd="3" destOrd="0" parTransId="{1693C64C-C53B-47D3-B412-DD653E51C3A9}" sibTransId="{282A808B-4C7B-4CCF-BB56-8D72351230EE}"/>
    <dgm:cxn modelId="{AD11F049-22C2-4AEF-9A39-986F5A4DEF8B}" srcId="{2332B81A-C442-45E5-A7A7-29872DB8B0E1}" destId="{F76CE6D7-68D6-4401-A44F-9350AA6C4C49}" srcOrd="4" destOrd="0" parTransId="{F208BCF8-BA6B-4B18-91CB-2CD797C4A8FC}" sibTransId="{6468C468-9295-4190-8328-6320A8AFF508}"/>
    <dgm:cxn modelId="{4DCDF477-4434-438E-9784-21D34EF43254}" type="presOf" srcId="{DAE9500C-EF85-4C3E-AA2C-86EF1EC9A67D}" destId="{25F83309-FC81-4895-80F4-38432A6F1C9F}" srcOrd="0" destOrd="0" presId="urn:microsoft.com/office/officeart/2008/layout/LinedList"/>
    <dgm:cxn modelId="{F2D92188-CE33-4110-9D33-67B0B9957D3F}" srcId="{2332B81A-C442-45E5-A7A7-29872DB8B0E1}" destId="{05E57459-DFF5-4389-B6CC-C35064805DAE}" srcOrd="0" destOrd="0" parTransId="{3CFE34D1-61E2-4A3A-97BE-9D35230AF0F9}" sibTransId="{4814978B-5B60-4998-9598-6FC7D14A6F06}"/>
    <dgm:cxn modelId="{4E460097-75FC-4FAC-92FB-D3825A3CCD41}" type="presOf" srcId="{0393C55E-D346-4327-8039-3E4F4D873A2E}" destId="{7B5292FB-FFA1-4327-9DE0-A88CAC503C2D}" srcOrd="0" destOrd="0" presId="urn:microsoft.com/office/officeart/2008/layout/LinedList"/>
    <dgm:cxn modelId="{4983219C-767A-40B2-8A92-F0C8A1F9F278}" srcId="{2332B81A-C442-45E5-A7A7-29872DB8B0E1}" destId="{C41C0924-4E00-405D-A45A-461CD17799A2}" srcOrd="5" destOrd="0" parTransId="{3E43CFFB-9242-4832-B849-5625D8D1D78E}" sibTransId="{3A90BE93-CF7D-40C9-A27A-6483FC6351BF}"/>
    <dgm:cxn modelId="{547D90A0-6D73-4296-BF5B-D2EADD1B2EE1}" srcId="{2332B81A-C442-45E5-A7A7-29872DB8B0E1}" destId="{4C31261F-00E7-48C1-90C8-49390E9DA298}" srcOrd="1" destOrd="0" parTransId="{CB7EC403-3E7D-4DB0-BAB2-61D643B497FA}" sibTransId="{E6323C22-F698-45C6-8614-550C97EA6311}"/>
    <dgm:cxn modelId="{98AAA9BE-A0CA-4EFD-BFE9-BB48A2C27794}" type="presOf" srcId="{C41C0924-4E00-405D-A45A-461CD17799A2}" destId="{09B7B0E1-267C-4064-AF0E-9AAA4AD58915}" srcOrd="0" destOrd="0" presId="urn:microsoft.com/office/officeart/2008/layout/LinedList"/>
    <dgm:cxn modelId="{B6EE90D2-43BC-4FC0-9054-C72808F39AF0}" type="presOf" srcId="{05E57459-DFF5-4389-B6CC-C35064805DAE}" destId="{BA71E8B2-1823-43DA-9462-D2AA2084A308}" srcOrd="0" destOrd="0" presId="urn:microsoft.com/office/officeart/2008/layout/LinedList"/>
    <dgm:cxn modelId="{428DFBEB-952A-4F1B-9847-53404675E881}" type="presOf" srcId="{A49BC3BB-FE0E-4789-98CE-40CE59D1A0FC}" destId="{7C580F29-5B6A-4F7F-A4C1-11B69D821B08}" srcOrd="0" destOrd="0" presId="urn:microsoft.com/office/officeart/2008/layout/LinedList"/>
    <dgm:cxn modelId="{037BA5ED-CC14-4F4C-AC9E-10BC62980BB5}" srcId="{2332B81A-C442-45E5-A7A7-29872DB8B0E1}" destId="{DAE9500C-EF85-4C3E-AA2C-86EF1EC9A67D}" srcOrd="6" destOrd="0" parTransId="{E6616DBC-B276-4252-8EFB-11D883CFD9B7}" sibTransId="{44FC868F-5D60-4783-87D3-DC285CB41C92}"/>
    <dgm:cxn modelId="{24B070F3-CF64-4D43-85BB-0BD769F89CE6}" srcId="{2332B81A-C442-45E5-A7A7-29872DB8B0E1}" destId="{42324B3D-1CC5-45F7-B1E3-73C677CC3D02}" srcOrd="2" destOrd="0" parTransId="{9DE8AD7E-07BD-4241-B527-3D53BDD603B8}" sibTransId="{DCDD1AEE-0EDA-4B52-8F4B-C7AF22045585}"/>
    <dgm:cxn modelId="{E2F4AEFE-8709-4263-A7FA-0A1CDA5960DB}" type="presOf" srcId="{F76CE6D7-68D6-4401-A44F-9350AA6C4C49}" destId="{D196E407-6B41-4627-BC42-3FBA9F85925D}" srcOrd="0" destOrd="0" presId="urn:microsoft.com/office/officeart/2008/layout/LinedList"/>
    <dgm:cxn modelId="{B20CA534-4BA8-47A5-8F7F-0B6B4F311C8C}" type="presParOf" srcId="{1A1FC60F-468E-44E5-B4F3-980C921C1B39}" destId="{8C837E90-D55B-41E2-B953-07A9537A8D85}" srcOrd="0" destOrd="0" presId="urn:microsoft.com/office/officeart/2008/layout/LinedList"/>
    <dgm:cxn modelId="{23F35560-8059-480C-9565-09E7027DEE81}" type="presParOf" srcId="{1A1FC60F-468E-44E5-B4F3-980C921C1B39}" destId="{8BA26AB3-A985-4395-9755-A3A876107F86}" srcOrd="1" destOrd="0" presId="urn:microsoft.com/office/officeart/2008/layout/LinedList"/>
    <dgm:cxn modelId="{40775163-0F94-42C4-97BF-A7A3669D44FA}" type="presParOf" srcId="{8BA26AB3-A985-4395-9755-A3A876107F86}" destId="{BA71E8B2-1823-43DA-9462-D2AA2084A308}" srcOrd="0" destOrd="0" presId="urn:microsoft.com/office/officeart/2008/layout/LinedList"/>
    <dgm:cxn modelId="{A8C37729-0FFA-4E42-8C87-0005686F664B}" type="presParOf" srcId="{8BA26AB3-A985-4395-9755-A3A876107F86}" destId="{90E40EAC-A824-4A28-861A-D5D7326CE855}" srcOrd="1" destOrd="0" presId="urn:microsoft.com/office/officeart/2008/layout/LinedList"/>
    <dgm:cxn modelId="{00A408BB-6ED2-41C7-BD83-E8BB0F3E1C3A}" type="presParOf" srcId="{1A1FC60F-468E-44E5-B4F3-980C921C1B39}" destId="{C51DDBFB-5E56-4D49-A6E4-A2AD38B497B8}" srcOrd="2" destOrd="0" presId="urn:microsoft.com/office/officeart/2008/layout/LinedList"/>
    <dgm:cxn modelId="{68EDD138-10A6-46D9-BCC7-656A76D7749A}" type="presParOf" srcId="{1A1FC60F-468E-44E5-B4F3-980C921C1B39}" destId="{6A43EE56-6B92-446D-A2F7-86C9A849BE00}" srcOrd="3" destOrd="0" presId="urn:microsoft.com/office/officeart/2008/layout/LinedList"/>
    <dgm:cxn modelId="{482E04D5-9F92-474A-A3CE-CBEDF95B0DEB}" type="presParOf" srcId="{6A43EE56-6B92-446D-A2F7-86C9A849BE00}" destId="{E0F2A4B9-F0B0-4C5C-98CD-26D6D9C67FEB}" srcOrd="0" destOrd="0" presId="urn:microsoft.com/office/officeart/2008/layout/LinedList"/>
    <dgm:cxn modelId="{067D5A14-1B87-4BE9-AD93-5F68D87C1527}" type="presParOf" srcId="{6A43EE56-6B92-446D-A2F7-86C9A849BE00}" destId="{AB57CD57-1ACC-4805-92B5-1A70D05AEBEB}" srcOrd="1" destOrd="0" presId="urn:microsoft.com/office/officeart/2008/layout/LinedList"/>
    <dgm:cxn modelId="{2DC59238-C9F7-4989-8519-9679319FBC90}" type="presParOf" srcId="{1A1FC60F-468E-44E5-B4F3-980C921C1B39}" destId="{9567E3DF-61F1-425F-BEA8-7A03C794DCB2}" srcOrd="4" destOrd="0" presId="urn:microsoft.com/office/officeart/2008/layout/LinedList"/>
    <dgm:cxn modelId="{8A6F4E21-6EFA-447A-A96D-850E029E4AC5}" type="presParOf" srcId="{1A1FC60F-468E-44E5-B4F3-980C921C1B39}" destId="{2F0D8001-AE1E-4ED9-A17F-407AA43182F8}" srcOrd="5" destOrd="0" presId="urn:microsoft.com/office/officeart/2008/layout/LinedList"/>
    <dgm:cxn modelId="{EE7F1E6A-38F7-4675-958E-7BB10CA9F211}" type="presParOf" srcId="{2F0D8001-AE1E-4ED9-A17F-407AA43182F8}" destId="{040CAA4F-D540-4363-84C4-AA72DC0B36F4}" srcOrd="0" destOrd="0" presId="urn:microsoft.com/office/officeart/2008/layout/LinedList"/>
    <dgm:cxn modelId="{900321E4-3030-4A28-9EEE-086EDA75FDCE}" type="presParOf" srcId="{2F0D8001-AE1E-4ED9-A17F-407AA43182F8}" destId="{D37C9B4B-7C0F-4E9E-AEB0-C6ABE6F4C0E9}" srcOrd="1" destOrd="0" presId="urn:microsoft.com/office/officeart/2008/layout/LinedList"/>
    <dgm:cxn modelId="{42280174-1937-4905-B992-86813C0C0044}" type="presParOf" srcId="{1A1FC60F-468E-44E5-B4F3-980C921C1B39}" destId="{41AD6125-C9BF-42ED-B435-817D9ADB9332}" srcOrd="6" destOrd="0" presId="urn:microsoft.com/office/officeart/2008/layout/LinedList"/>
    <dgm:cxn modelId="{D4975CF1-D9C1-4BFB-8447-C264B3A5FD0F}" type="presParOf" srcId="{1A1FC60F-468E-44E5-B4F3-980C921C1B39}" destId="{8FD59E0B-7B14-4012-A54B-53E90446E49A}" srcOrd="7" destOrd="0" presId="urn:microsoft.com/office/officeart/2008/layout/LinedList"/>
    <dgm:cxn modelId="{C06442D7-2CFB-410D-B75C-C7F30B4B86C7}" type="presParOf" srcId="{8FD59E0B-7B14-4012-A54B-53E90446E49A}" destId="{7C580F29-5B6A-4F7F-A4C1-11B69D821B08}" srcOrd="0" destOrd="0" presId="urn:microsoft.com/office/officeart/2008/layout/LinedList"/>
    <dgm:cxn modelId="{6780C4AF-6226-4A72-BD03-795EEC7B512B}" type="presParOf" srcId="{8FD59E0B-7B14-4012-A54B-53E90446E49A}" destId="{71F88497-818E-4C02-94FF-5D4CB692B6D8}" srcOrd="1" destOrd="0" presId="urn:microsoft.com/office/officeart/2008/layout/LinedList"/>
    <dgm:cxn modelId="{CE9F7968-F486-46FE-8E5F-A664524F1AF4}" type="presParOf" srcId="{1A1FC60F-468E-44E5-B4F3-980C921C1B39}" destId="{3AFF7A75-DFEB-4A5C-93E5-F4E14B9EA497}" srcOrd="8" destOrd="0" presId="urn:microsoft.com/office/officeart/2008/layout/LinedList"/>
    <dgm:cxn modelId="{BA0179EE-1B11-4DDA-94D2-21EEB80E0B80}" type="presParOf" srcId="{1A1FC60F-468E-44E5-B4F3-980C921C1B39}" destId="{50D496DE-EF5B-428E-900A-174875ABCDD8}" srcOrd="9" destOrd="0" presId="urn:microsoft.com/office/officeart/2008/layout/LinedList"/>
    <dgm:cxn modelId="{B4FF2DA8-DE18-4D3C-8889-0768EAA20F81}" type="presParOf" srcId="{50D496DE-EF5B-428E-900A-174875ABCDD8}" destId="{D196E407-6B41-4627-BC42-3FBA9F85925D}" srcOrd="0" destOrd="0" presId="urn:microsoft.com/office/officeart/2008/layout/LinedList"/>
    <dgm:cxn modelId="{5C0D34E8-162F-49BE-8C80-B6B698363CD1}" type="presParOf" srcId="{50D496DE-EF5B-428E-900A-174875ABCDD8}" destId="{7E7AB7C0-7117-4A8E-93A6-77B5A8656A83}" srcOrd="1" destOrd="0" presId="urn:microsoft.com/office/officeart/2008/layout/LinedList"/>
    <dgm:cxn modelId="{081C0266-DBF1-4CE4-8498-A5EC50AE8AD4}" type="presParOf" srcId="{1A1FC60F-468E-44E5-B4F3-980C921C1B39}" destId="{0298728D-12A4-44BF-AABA-4F874830B416}" srcOrd="10" destOrd="0" presId="urn:microsoft.com/office/officeart/2008/layout/LinedList"/>
    <dgm:cxn modelId="{0607F96E-3120-43D4-AD3A-91AAEEF1BB87}" type="presParOf" srcId="{1A1FC60F-468E-44E5-B4F3-980C921C1B39}" destId="{A504E305-4D2E-44F0-B38B-193A6676B948}" srcOrd="11" destOrd="0" presId="urn:microsoft.com/office/officeart/2008/layout/LinedList"/>
    <dgm:cxn modelId="{E33CA983-1C22-4091-9BED-9B866E2C0162}" type="presParOf" srcId="{A504E305-4D2E-44F0-B38B-193A6676B948}" destId="{09B7B0E1-267C-4064-AF0E-9AAA4AD58915}" srcOrd="0" destOrd="0" presId="urn:microsoft.com/office/officeart/2008/layout/LinedList"/>
    <dgm:cxn modelId="{2B1943C2-2D99-4ED4-811A-F9D4A6347353}" type="presParOf" srcId="{A504E305-4D2E-44F0-B38B-193A6676B948}" destId="{9C2C7578-E559-43F4-AE42-D7EBEEB1E2DA}" srcOrd="1" destOrd="0" presId="urn:microsoft.com/office/officeart/2008/layout/LinedList"/>
    <dgm:cxn modelId="{F22373F2-8763-45AA-8F3F-D05C87403810}" type="presParOf" srcId="{1A1FC60F-468E-44E5-B4F3-980C921C1B39}" destId="{84AA795C-6E5B-40BC-A09C-4FC3FEE244DF}" srcOrd="12" destOrd="0" presId="urn:microsoft.com/office/officeart/2008/layout/LinedList"/>
    <dgm:cxn modelId="{5074FFB9-9FA2-43FB-A8F6-1EDF0A708A79}" type="presParOf" srcId="{1A1FC60F-468E-44E5-B4F3-980C921C1B39}" destId="{19C48EE3-E231-4C3D-BF8A-290BF3868651}" srcOrd="13" destOrd="0" presId="urn:microsoft.com/office/officeart/2008/layout/LinedList"/>
    <dgm:cxn modelId="{A7068960-E123-41A0-8D25-D6B0577EC1B9}" type="presParOf" srcId="{19C48EE3-E231-4C3D-BF8A-290BF3868651}" destId="{25F83309-FC81-4895-80F4-38432A6F1C9F}" srcOrd="0" destOrd="0" presId="urn:microsoft.com/office/officeart/2008/layout/LinedList"/>
    <dgm:cxn modelId="{8E46A142-8333-461E-B3AA-589F53527D74}" type="presParOf" srcId="{19C48EE3-E231-4C3D-BF8A-290BF3868651}" destId="{FB283FBC-F39E-4C05-89DB-E355368F2388}" srcOrd="1" destOrd="0" presId="urn:microsoft.com/office/officeart/2008/layout/LinedList"/>
    <dgm:cxn modelId="{201BC120-8367-4935-B3E6-B0FF874A8E53}" type="presParOf" srcId="{1A1FC60F-468E-44E5-B4F3-980C921C1B39}" destId="{683AECAC-807F-4520-98FF-A2F2C50B4424}" srcOrd="14" destOrd="0" presId="urn:microsoft.com/office/officeart/2008/layout/LinedList"/>
    <dgm:cxn modelId="{6BE4B8C9-C2CC-4C0F-9CD8-D90BB42E3AC7}" type="presParOf" srcId="{1A1FC60F-468E-44E5-B4F3-980C921C1B39}" destId="{3F30117B-A6CF-4B89-A5F2-818863E6112A}" srcOrd="15" destOrd="0" presId="urn:microsoft.com/office/officeart/2008/layout/LinedList"/>
    <dgm:cxn modelId="{EE28960C-1F3A-4F65-A609-F1AB36F218AC}" type="presParOf" srcId="{3F30117B-A6CF-4B89-A5F2-818863E6112A}" destId="{7B5292FB-FFA1-4327-9DE0-A88CAC503C2D}" srcOrd="0" destOrd="0" presId="urn:microsoft.com/office/officeart/2008/layout/LinedList"/>
    <dgm:cxn modelId="{870CDED4-981C-47AC-8133-B2EA2064FC52}" type="presParOf" srcId="{3F30117B-A6CF-4B89-A5F2-818863E6112A}" destId="{9A35BE3B-438C-4D18-A3DB-78818F228C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37E90-D55B-41E2-B953-07A9537A8D85}">
      <dsp:nvSpPr>
        <dsp:cNvPr id="0" name=""/>
        <dsp:cNvSpPr/>
      </dsp:nvSpPr>
      <dsp:spPr>
        <a:xfrm>
          <a:off x="0" y="0"/>
          <a:ext cx="47934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1E8B2-1823-43DA-9462-D2AA2084A308}">
      <dsp:nvSpPr>
        <dsp:cNvPr id="0" name=""/>
        <dsp:cNvSpPr/>
      </dsp:nvSpPr>
      <dsp:spPr>
        <a:xfrm>
          <a:off x="0" y="0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JSS Academy of Technical Education</a:t>
          </a:r>
        </a:p>
      </dsp:txBody>
      <dsp:txXfrm>
        <a:off x="0" y="0"/>
        <a:ext cx="4793456" cy="655835"/>
      </dsp:txXfrm>
    </dsp:sp>
    <dsp:sp modelId="{C51DDBFB-5E56-4D49-A6E4-A2AD38B497B8}">
      <dsp:nvSpPr>
        <dsp:cNvPr id="0" name=""/>
        <dsp:cNvSpPr/>
      </dsp:nvSpPr>
      <dsp:spPr>
        <a:xfrm>
          <a:off x="0" y="655835"/>
          <a:ext cx="47934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2A4B9-F0B0-4C5C-98CD-26D6D9C67FEB}">
      <dsp:nvSpPr>
        <dsp:cNvPr id="0" name=""/>
        <dsp:cNvSpPr/>
      </dsp:nvSpPr>
      <dsp:spPr>
        <a:xfrm>
          <a:off x="0" y="655835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Department: CSE (AIML)</a:t>
          </a:r>
        </a:p>
      </dsp:txBody>
      <dsp:txXfrm>
        <a:off x="0" y="655835"/>
        <a:ext cx="4793456" cy="655835"/>
      </dsp:txXfrm>
    </dsp:sp>
    <dsp:sp modelId="{9567E3DF-61F1-425F-BEA8-7A03C794DCB2}">
      <dsp:nvSpPr>
        <dsp:cNvPr id="0" name=""/>
        <dsp:cNvSpPr/>
      </dsp:nvSpPr>
      <dsp:spPr>
        <a:xfrm>
          <a:off x="0" y="1311671"/>
          <a:ext cx="47934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CAA4F-D540-4363-84C4-AA72DC0B36F4}">
      <dsp:nvSpPr>
        <dsp:cNvPr id="0" name=""/>
        <dsp:cNvSpPr/>
      </dsp:nvSpPr>
      <dsp:spPr>
        <a:xfrm>
          <a:off x="0" y="1311671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Modern Android Application </a:t>
          </a:r>
        </a:p>
      </dsp:txBody>
      <dsp:txXfrm>
        <a:off x="0" y="1311671"/>
        <a:ext cx="4793456" cy="655835"/>
      </dsp:txXfrm>
    </dsp:sp>
    <dsp:sp modelId="{41AD6125-C9BF-42ED-B435-817D9ADB9332}">
      <dsp:nvSpPr>
        <dsp:cNvPr id="0" name=""/>
        <dsp:cNvSpPr/>
      </dsp:nvSpPr>
      <dsp:spPr>
        <a:xfrm>
          <a:off x="0" y="1967507"/>
          <a:ext cx="47934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80F29-5B6A-4F7F-A4C1-11B69D821B08}">
      <dsp:nvSpPr>
        <dsp:cNvPr id="0" name=""/>
        <dsp:cNvSpPr/>
      </dsp:nvSpPr>
      <dsp:spPr>
        <a:xfrm>
          <a:off x="0" y="1967507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Internal Guide:</a:t>
          </a:r>
        </a:p>
      </dsp:txBody>
      <dsp:txXfrm>
        <a:off x="0" y="1967507"/>
        <a:ext cx="4793456" cy="655835"/>
      </dsp:txXfrm>
    </dsp:sp>
    <dsp:sp modelId="{3AFF7A75-DFEB-4A5C-93E5-F4E14B9EA497}">
      <dsp:nvSpPr>
        <dsp:cNvPr id="0" name=""/>
        <dsp:cNvSpPr/>
      </dsp:nvSpPr>
      <dsp:spPr>
        <a:xfrm>
          <a:off x="0" y="2623343"/>
          <a:ext cx="479345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6E407-6B41-4627-BC42-3FBA9F85925D}">
      <dsp:nvSpPr>
        <dsp:cNvPr id="0" name=""/>
        <dsp:cNvSpPr/>
      </dsp:nvSpPr>
      <dsp:spPr>
        <a:xfrm>
          <a:off x="0" y="2623343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Professor Dr. Abhilash C.B.</a:t>
          </a:r>
        </a:p>
      </dsp:txBody>
      <dsp:txXfrm>
        <a:off x="0" y="2623343"/>
        <a:ext cx="4793456" cy="655835"/>
      </dsp:txXfrm>
    </dsp:sp>
    <dsp:sp modelId="{0298728D-12A4-44BF-AABA-4F874830B416}">
      <dsp:nvSpPr>
        <dsp:cNvPr id="0" name=""/>
        <dsp:cNvSpPr/>
      </dsp:nvSpPr>
      <dsp:spPr>
        <a:xfrm>
          <a:off x="0" y="3279179"/>
          <a:ext cx="47934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7B0E1-267C-4064-AF0E-9AAA4AD58915}">
      <dsp:nvSpPr>
        <dsp:cNvPr id="0" name=""/>
        <dsp:cNvSpPr/>
      </dsp:nvSpPr>
      <dsp:spPr>
        <a:xfrm>
          <a:off x="0" y="3279179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Presented By:</a:t>
          </a:r>
        </a:p>
      </dsp:txBody>
      <dsp:txXfrm>
        <a:off x="0" y="3279179"/>
        <a:ext cx="4793456" cy="655835"/>
      </dsp:txXfrm>
    </dsp:sp>
    <dsp:sp modelId="{84AA795C-6E5B-40BC-A09C-4FC3FEE244DF}">
      <dsp:nvSpPr>
        <dsp:cNvPr id="0" name=""/>
        <dsp:cNvSpPr/>
      </dsp:nvSpPr>
      <dsp:spPr>
        <a:xfrm>
          <a:off x="0" y="3935015"/>
          <a:ext cx="47934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83309-FC81-4895-80F4-38432A6F1C9F}">
      <dsp:nvSpPr>
        <dsp:cNvPr id="0" name=""/>
        <dsp:cNvSpPr/>
      </dsp:nvSpPr>
      <dsp:spPr>
        <a:xfrm>
          <a:off x="0" y="3935015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Harshitha G</a:t>
          </a:r>
        </a:p>
      </dsp:txBody>
      <dsp:txXfrm>
        <a:off x="0" y="3935015"/>
        <a:ext cx="4793456" cy="655835"/>
      </dsp:txXfrm>
    </dsp:sp>
    <dsp:sp modelId="{683AECAC-807F-4520-98FF-A2F2C50B4424}">
      <dsp:nvSpPr>
        <dsp:cNvPr id="0" name=""/>
        <dsp:cNvSpPr/>
      </dsp:nvSpPr>
      <dsp:spPr>
        <a:xfrm>
          <a:off x="0" y="4590851"/>
          <a:ext cx="47934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292FB-FFA1-4327-9DE0-A88CAC503C2D}">
      <dsp:nvSpPr>
        <dsp:cNvPr id="0" name=""/>
        <dsp:cNvSpPr/>
      </dsp:nvSpPr>
      <dsp:spPr>
        <a:xfrm>
          <a:off x="0" y="4590851"/>
          <a:ext cx="4793456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USN: 1JS23CI404</a:t>
          </a:r>
        </a:p>
      </dsp:txBody>
      <dsp:txXfrm>
        <a:off x="0" y="4590851"/>
        <a:ext cx="4793456" cy="655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5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0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4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5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3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1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10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1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10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92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4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1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9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9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EBEBEB"/>
                </a:solidFill>
              </a:rPr>
              <a:t>JSS Academy of Technical Education</a:t>
            </a:r>
            <a:br>
              <a:rPr lang="en-US" sz="2200" dirty="0">
                <a:solidFill>
                  <a:srgbClr val="EBEBEB"/>
                </a:solidFill>
              </a:rPr>
            </a:br>
            <a:r>
              <a:rPr lang="en-US" sz="2200">
                <a:solidFill>
                  <a:srgbClr val="EBEBEB"/>
                </a:solidFill>
              </a:rPr>
              <a:t>TogaluGombe</a:t>
            </a:r>
            <a:endParaRPr lang="en-US" sz="2200" dirty="0">
              <a:solidFill>
                <a:srgbClr val="EBEBE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66C486-FBA4-5418-760F-A0C461D4E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65278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TogaluGombe is a modern Android application developed using Kotlin and Android Jetpack components. It provides multimedia handling, camera integration, local database support, and responsive UI using MVVM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The project demonstrates modern Android development practices using Kotlin, Jetpack components, and multimedia integration to provide a smooth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Traditional Android applications often face issues such as poor UI responsiveness, inefficient multimedia handling, and unorganized architecture. This project addresses these challenges using modern Android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• Develop a modern Android app using Kotlin</a:t>
            </a:r>
          </a:p>
          <a:p>
            <a:pPr algn="l"/>
            <a:r>
              <a:t>• Implement MVVM architecture</a:t>
            </a:r>
          </a:p>
          <a:p>
            <a:pPr algn="l"/>
            <a:r>
              <a:t>• Integrate ExoPlayer and CameraX</a:t>
            </a:r>
          </a:p>
          <a:p>
            <a:pPr algn="l"/>
            <a:r>
              <a:t>• Use Room database</a:t>
            </a:r>
          </a:p>
          <a:p>
            <a:pPr algn="l"/>
            <a:r>
              <a:t>• Create responsive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Requirement Analysis</a:t>
            </a:r>
          </a:p>
          <a:p>
            <a:pPr algn="l"/>
            <a:r>
              <a:t>2. System Design</a:t>
            </a:r>
          </a:p>
          <a:p>
            <a:pPr algn="l"/>
            <a:r>
              <a:t>3. UI Development</a:t>
            </a:r>
          </a:p>
          <a:p>
            <a:pPr algn="l"/>
            <a:r>
              <a:t>4. Feature Integration</a:t>
            </a:r>
          </a:p>
          <a:p>
            <a:pPr algn="l"/>
            <a:r>
              <a:t>5. Testing</a:t>
            </a:r>
          </a:p>
          <a:p>
            <a:pPr algn="l"/>
            <a:r>
              <a:t>6.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t>• Kotlin</a:t>
            </a:r>
          </a:p>
          <a:p>
            <a:pPr algn="l"/>
            <a:r>
              <a:t>• Android Studio</a:t>
            </a:r>
          </a:p>
          <a:p>
            <a:pPr algn="l"/>
            <a:r>
              <a:t>• MVVM Architecture</a:t>
            </a:r>
          </a:p>
          <a:p>
            <a:pPr algn="l"/>
            <a:r>
              <a:t>• Room Database</a:t>
            </a:r>
          </a:p>
          <a:p>
            <a:pPr algn="l"/>
            <a:r>
              <a:t>• ExoPlayer</a:t>
            </a:r>
          </a:p>
          <a:p>
            <a:pPr algn="l"/>
            <a:r>
              <a:t>• CameraX</a:t>
            </a:r>
          </a:p>
          <a:p>
            <a:pPr algn="l"/>
            <a:r>
              <a:t>• Glide</a:t>
            </a:r>
          </a:p>
          <a:p>
            <a:pPr algn="l"/>
            <a:r>
              <a:t>• XML Layouts</a:t>
            </a:r>
          </a:p>
          <a:p>
            <a:pPr algn="l"/>
            <a:r>
              <a:t>• Git &amp;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t>Deliverables:</a:t>
            </a:r>
          </a:p>
          <a:p>
            <a:pPr algn="l"/>
            <a:r>
              <a:t>• Functional Android Application</a:t>
            </a:r>
          </a:p>
          <a:p>
            <a:pPr algn="l"/>
            <a:r>
              <a:t>• Organized Source Code</a:t>
            </a:r>
          </a:p>
          <a:p>
            <a:pPr algn="l"/>
            <a:r>
              <a:t>• Multimedia Support</a:t>
            </a:r>
          </a:p>
          <a:p>
            <a:pPr algn="l"/>
            <a:endParaRPr/>
          </a:p>
          <a:p>
            <a:pPr algn="l"/>
            <a:r>
              <a:t>Outcomes:</a:t>
            </a:r>
          </a:p>
          <a:p>
            <a:pPr algn="l"/>
            <a:r>
              <a:t>• Improved Android development skills</a:t>
            </a:r>
          </a:p>
          <a:p>
            <a:pPr algn="l"/>
            <a:r>
              <a:t>• Efficient multimedia implementation</a:t>
            </a:r>
          </a:p>
          <a:p>
            <a:pPr algn="l"/>
            <a:r>
              <a:t>• Scalable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• Multimedia playback management</a:t>
            </a:r>
          </a:p>
          <a:p>
            <a:pPr algn="l"/>
            <a:r>
              <a:t>• Camera permission handling</a:t>
            </a:r>
          </a:p>
          <a:p>
            <a:pPr algn="l"/>
            <a:r>
              <a:t>• UI performance optimization</a:t>
            </a:r>
          </a:p>
          <a:p>
            <a:pPr algn="l"/>
            <a:r>
              <a:t>• Dependency integration</a:t>
            </a:r>
          </a:p>
          <a:p>
            <a:pPr algn="l"/>
            <a:r>
              <a:t>• Device compatibility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The project successfully demonstrates modern Android development concepts using scalable architecture, multimedia integration, and Android Jetpack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Thank You</a:t>
            </a:r>
          </a:p>
          <a:p>
            <a:pPr algn="l"/>
            <a:r>
              <a:t>Questions &amp; Answers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285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JSS Academy of Technical Education TogaluGombe</vt:lpstr>
      <vt:lpstr>Abstract</vt:lpstr>
      <vt:lpstr>Introduction</vt:lpstr>
      <vt:lpstr>Problem Statement</vt:lpstr>
      <vt:lpstr>Objectives</vt:lpstr>
      <vt:lpstr>Methodology</vt:lpstr>
      <vt:lpstr>Tools &amp; Technologies Used</vt:lpstr>
      <vt:lpstr>Deliverables &amp; Outcomes</vt:lpstr>
      <vt:lpstr>Challenges Faced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Harshitha G</cp:lastModifiedBy>
  <cp:revision>2</cp:revision>
  <dcterms:created xsi:type="dcterms:W3CDTF">2013-01-27T09:14:16Z</dcterms:created>
  <dcterms:modified xsi:type="dcterms:W3CDTF">2026-05-15T03:16:31Z</dcterms:modified>
  <cp:category/>
</cp:coreProperties>
</file>